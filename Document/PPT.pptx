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HDI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Measure of Well-Being</a:t>
            </a:r>
          </a:p>
          <a:p>
            <a:r>
              <a:t>Presented by: Srilekha Gudur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Predict Human Development Index (HDI)</a:t>
            </a:r>
          </a:p>
          <a:p>
            <a:pPr>
              <a:defRPr sz="2400"/>
            </a:pPr>
            <a:r>
              <a:t>• Machine Learning based project</a:t>
            </a:r>
          </a:p>
          <a:p>
            <a:pPr>
              <a:defRPr sz="2400"/>
            </a:pPr>
            <a:r>
              <a:t>• Flask 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Manual analysis is time consuming</a:t>
            </a:r>
          </a:p>
          <a:p>
            <a:pPr>
              <a:defRPr sz="2400"/>
            </a:pPr>
            <a:r>
              <a:t>• Predict HDI using socio-economic indicators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Predict HDI</a:t>
            </a:r>
          </a:p>
          <a:p>
            <a:pPr>
              <a:defRPr sz="2400"/>
            </a:pPr>
            <a:r>
              <a:t>• Train ML model</a:t>
            </a:r>
          </a:p>
          <a:p>
            <a:pPr>
              <a:defRPr sz="2400"/>
            </a:pPr>
            <a:r>
              <a:t>• Deploy using Flask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</a:t>
            </a:r>
          </a:p>
          <a:p>
            <a:pPr>
              <a:defRPr sz="2400"/>
            </a:pPr>
            <a:r>
              <a:t>Pandas</a:t>
            </a:r>
          </a:p>
          <a:p>
            <a:pPr>
              <a:defRPr sz="2400"/>
            </a:pPr>
            <a:r>
              <a:t>NumPy</a:t>
            </a:r>
          </a:p>
          <a:p>
            <a:pPr>
              <a:defRPr sz="2400"/>
            </a:pPr>
            <a:r>
              <a:t>Scikit-learn</a:t>
            </a:r>
          </a:p>
          <a:p>
            <a:pPr>
              <a:defRPr sz="2400"/>
            </a:pPr>
            <a:r>
              <a:t>Flask</a:t>
            </a:r>
          </a:p>
          <a:p>
            <a:pPr>
              <a:defRPr sz="2400"/>
            </a:pPr>
            <a:r>
              <a:t>HTML/CSS</a:t>
            </a:r>
          </a:p>
          <a:p>
            <a:pPr>
              <a:defRPr sz="2400"/>
            </a:pPr>
            <a:r>
              <a:t>Pickle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Features:</a:t>
            </a:r>
          </a:p>
          <a:p>
            <a:pPr>
              <a:defRPr sz="2400"/>
            </a:pPr>
            <a:r>
              <a:t>• Life Expectancy</a:t>
            </a:r>
          </a:p>
          <a:p>
            <a:pPr>
              <a:defRPr sz="2400"/>
            </a:pPr>
            <a:r>
              <a:t>• Mean Years of Schooling</a:t>
            </a:r>
          </a:p>
          <a:p>
            <a:pPr>
              <a:defRPr sz="2400"/>
            </a:pPr>
            <a:r>
              <a:t>• GNI Per Capita</a:t>
            </a:r>
          </a:p>
          <a:p>
            <a:pPr>
              <a:defRPr sz="2400"/>
            </a:pPr>
            <a:r>
              <a:t>Target: HDI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Data Collection</a:t>
            </a:r>
          </a:p>
          <a:p>
            <a:pPr>
              <a:defRPr sz="2400"/>
            </a:pPr>
            <a:r>
              <a:t>2. Preprocessing</a:t>
            </a:r>
          </a:p>
          <a:p>
            <a:pPr>
              <a:defRPr sz="2400"/>
            </a:pPr>
            <a:r>
              <a:t>3. Model Training</a:t>
            </a:r>
          </a:p>
          <a:p>
            <a:pPr>
              <a:defRPr sz="2400"/>
            </a:pPr>
            <a:r>
              <a:t>4. Save model.pkl</a:t>
            </a:r>
          </a:p>
          <a:p>
            <a:pPr>
              <a:defRPr sz="2400"/>
            </a:pPr>
            <a:r>
              <a:t>5. Flask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→ Flask App → ML Model (model.pkl) → Predicted HDI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Sample Input:</a:t>
            </a:r>
          </a:p>
          <a:p>
            <a:pPr>
              <a:defRPr sz="2400"/>
            </a:pPr>
            <a:r>
              <a:t>Life Expectancy:76</a:t>
            </a:r>
          </a:p>
          <a:p>
            <a:pPr>
              <a:defRPr sz="2400"/>
            </a:pPr>
            <a:r>
              <a:t>Schooling:11</a:t>
            </a:r>
          </a:p>
          <a:p>
            <a:pPr>
              <a:defRPr sz="2400"/>
            </a:pPr>
            <a:r>
              <a:t>GNI:20000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Predicted HDI: 0.807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Fast Prediction</a:t>
            </a:r>
          </a:p>
          <a:p>
            <a:pPr>
              <a:defRPr sz="2400"/>
            </a:pPr>
            <a:r>
              <a:t>• Simple UI</a:t>
            </a:r>
          </a:p>
          <a:p>
            <a:pPr>
              <a:defRPr sz="2400"/>
            </a:pPr>
            <a:r>
              <a:t>• Easy Deployment</a:t>
            </a:r>
          </a:p>
          <a:p>
            <a:pPr>
              <a:defRPr sz="2400"/>
            </a:pPr>
            <a:r>
              <a:t>• Educational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Better Algorithms</a:t>
            </a:r>
          </a:p>
          <a:p>
            <a:pPr>
              <a:defRPr sz="2400"/>
            </a:pPr>
            <a:r>
              <a:t>• Live Dataset</a:t>
            </a:r>
          </a:p>
          <a:p>
            <a:pPr>
              <a:defRPr sz="2400"/>
            </a:pPr>
            <a:r>
              <a:t>• Charts &amp; Dashboard</a:t>
            </a:r>
          </a:p>
          <a:p>
            <a:pPr>
              <a:defRPr sz="2400"/>
            </a:pPr>
            <a:r>
              <a:t>• Cloud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project demonstrates an end-to-end Machine Learning workflow for HDI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