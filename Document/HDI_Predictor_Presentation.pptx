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Comprehensive Measure of Well-Being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Human Development Index (HDI) Predictor using Machine Learning</a:t>
            </a:r>
          </a:p>
          <a:p/>
          <a:p>
            <a:r>
              <a:t>Submitted by:</a:t>
            </a:r>
          </a:p>
          <a:p>
            <a:r>
              <a:t>Name: __________</a:t>
            </a:r>
          </a:p>
          <a:p>
            <a:r>
              <a:t>Roll No: __________</a:t>
            </a:r>
          </a:p>
          <a:p>
            <a:r>
              <a:t>Department: CSE (AI &amp; 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HDI measures overall human development.</a:t>
            </a:r>
          </a:p>
          <a:p>
            <a:pPr>
              <a:defRPr sz="2200"/>
            </a:pPr>
            <a:r>
              <a:t>• Based on Health, Education and Income.</a:t>
            </a:r>
          </a:p>
          <a:p>
            <a:pPr>
              <a:defRPr sz="2200"/>
            </a:pPr>
            <a:r>
              <a:t>• Developed by UNDP.</a:t>
            </a:r>
          </a:p>
          <a:p>
            <a:pPr>
              <a:defRPr sz="2200"/>
            </a:pPr>
            <a:r>
              <a:t>• Machine Learning helps predict HDI quickly.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GDP alone does not measure well-being.</a:t>
            </a:r>
          </a:p>
          <a:p>
            <a:pPr>
              <a:defRPr sz="2200"/>
            </a:pPr>
            <a:r>
              <a:t>• Manual HDI analysis is time-consuming.</a:t>
            </a:r>
          </a:p>
          <a:p>
            <a:pPr>
              <a:defRPr sz="2200"/>
            </a:pPr>
            <a:r>
              <a:t>• Predict HDI using ML and Flask.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Predict HDI.</a:t>
            </a:r>
          </a:p>
          <a:p>
            <a:pPr>
              <a:defRPr sz="2200"/>
            </a:pPr>
            <a:r>
              <a:t>• Build a Flask web app.</a:t>
            </a:r>
          </a:p>
          <a:p>
            <a:pPr>
              <a:defRPr sz="2200"/>
            </a:pPr>
            <a:r>
              <a:t>• Use Life Expectancy, Schooling and GNI.</a:t>
            </a:r>
          </a:p>
          <a:p>
            <a:pPr>
              <a:defRPr sz="2200"/>
            </a:pPr>
            <a:r>
              <a:t>• Display predicted HDI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Python</a:t>
            </a:r>
          </a:p>
          <a:p>
            <a:pPr>
              <a:defRPr sz="2200"/>
            </a:pPr>
            <a:r>
              <a:t>• Flask</a:t>
            </a:r>
          </a:p>
          <a:p>
            <a:pPr>
              <a:defRPr sz="2200"/>
            </a:pPr>
            <a:r>
              <a:t>• Pandas</a:t>
            </a:r>
          </a:p>
          <a:p>
            <a:pPr>
              <a:defRPr sz="2200"/>
            </a:pPr>
            <a:r>
              <a:t>• NumPy</a:t>
            </a:r>
          </a:p>
          <a:p>
            <a:pPr>
              <a:defRPr sz="2200"/>
            </a:pPr>
            <a:r>
              <a:t>• Scikit-learn</a:t>
            </a:r>
          </a:p>
          <a:p>
            <a:pPr>
              <a:defRPr sz="2200"/>
            </a:pPr>
            <a:r>
              <a:t>• HTML &amp; CSS</a:t>
            </a:r>
          </a:p>
          <a:p>
            <a:pPr>
              <a:defRPr sz="2200"/>
            </a:pPr>
            <a:r>
              <a:t>• Pickle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Inputs:</a:t>
            </a:r>
          </a:p>
          <a:p>
            <a:pPr>
              <a:defRPr sz="2200"/>
            </a:pPr>
            <a:r>
              <a:t>• Life Expectancy</a:t>
            </a:r>
          </a:p>
          <a:p>
            <a:pPr>
              <a:defRPr sz="2200"/>
            </a:pPr>
            <a:r>
              <a:t>• Mean Years of Schooling</a:t>
            </a:r>
          </a:p>
          <a:p>
            <a:pPr>
              <a:defRPr sz="2200"/>
            </a:pPr>
            <a:r>
              <a:t>• GNI Per Capita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Output:</a:t>
            </a:r>
          </a:p>
          <a:p>
            <a:pPr>
              <a:defRPr sz="2200"/>
            </a:pPr>
            <a:r>
              <a:t>• HDI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 → Train Linear Regression → Save model.pkl → Flask App → User Input → HDI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User enters values.</a:t>
            </a:r>
          </a:p>
          <a:p>
            <a:pPr>
              <a:defRPr sz="2200"/>
            </a:pPr>
            <a:r>
              <a:t>2. Flask receives input.</a:t>
            </a:r>
          </a:p>
          <a:p>
            <a:pPr>
              <a:defRPr sz="2200"/>
            </a:pPr>
            <a:r>
              <a:t>3. Model predicts HDI.</a:t>
            </a:r>
          </a:p>
          <a:p>
            <a:pPr>
              <a:defRPr sz="2200"/>
            </a:pPr>
            <a:r>
              <a:t>4. Result displayed on webpage.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 screenshots of:</a:t>
            </a:r>
          </a:p>
          <a:p>
            <a:pPr>
              <a:defRPr sz="2200"/>
            </a:pPr>
            <a:r>
              <a:t>• Home Page</a:t>
            </a:r>
          </a:p>
          <a:p>
            <a:pPr>
              <a:defRPr sz="2200"/>
            </a:pPr>
            <a:r>
              <a:t>• Prediction Page</a:t>
            </a:r>
          </a:p>
          <a:p>
            <a:pPr>
              <a:defRPr sz="2200"/>
            </a:pPr>
            <a:r>
              <a:t>• VS Code</a:t>
            </a:r>
          </a:p>
          <a:p>
            <a:pPr>
              <a:defRPr sz="2200"/>
            </a:pPr>
            <a:r>
              <a:t>• Terminal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Advantages:</a:t>
            </a:r>
          </a:p>
          <a:p>
            <a:pPr>
              <a:defRPr sz="2200"/>
            </a:pPr>
            <a:r>
              <a:t>• Fast prediction</a:t>
            </a:r>
          </a:p>
          <a:p>
            <a:pPr>
              <a:defRPr sz="2200"/>
            </a:pPr>
            <a:r>
              <a:t>• Easy to use</a:t>
            </a:r>
          </a:p>
          <a:p>
            <a:pPr>
              <a:defRPr sz="2200"/>
            </a:pPr>
            <a:r>
              <a:t>• Educational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Future Scope:</a:t>
            </a:r>
          </a:p>
          <a:p>
            <a:pPr>
              <a:defRPr sz="2200"/>
            </a:pPr>
            <a:r>
              <a:t>• Larger dataset</a:t>
            </a:r>
          </a:p>
          <a:p>
            <a:pPr>
              <a:defRPr sz="2200"/>
            </a:pPr>
            <a:r>
              <a:t>• Better accuracy</a:t>
            </a:r>
          </a:p>
          <a:p>
            <a:pPr>
              <a:defRPr sz="2200"/>
            </a:pPr>
            <a:r>
              <a:t>• Charts &amp;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Successfully developed an HDI Predictor.</a:t>
            </a:r>
          </a:p>
          <a:p>
            <a:pPr>
              <a:defRPr sz="2200"/>
            </a:pPr>
            <a:r>
              <a:t>• Demonstrates Machine Learning and Flask integration.</a:t>
            </a:r>
          </a:p>
          <a:p>
            <a:pPr>
              <a:defRPr sz="2200"/>
            </a:pPr>
            <a:r>
              <a:t>• Supports well-being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